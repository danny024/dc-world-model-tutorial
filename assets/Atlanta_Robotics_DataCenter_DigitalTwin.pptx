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Data Center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0D4FF"/>
                </a:solidFill>
              </a:rPr>
              <a:t>→  AI World Model on Google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88920"/>
            <a:ext cx="10515600" cy="45720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Synthetic failure data  ·  Temporal Transformer  ·  Vertex AI  ·  Omniverse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6B900"/>
                </a:solidFill>
              </a:rPr>
              <a:t>Atlanta Robotics  —  College Student Tutorial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5943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CCCCCC"/>
                </a:solidFill>
              </a:rPr>
              <a:t>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2435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is a Digital Twin?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5179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The problem, the solution, USD format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2435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5179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How every piece connects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19751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GCP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49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Bucket · Artifact Registry · GPU VM · Vertex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93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9751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Synthetic Data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2494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Simulating overheating, disk failure, cooling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7066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Temporal Transformer World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9809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Attention · per-horizon heads ·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5176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7066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Live Inference 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9809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What the model actually predicts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56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4381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Student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7124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One command to get started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383280"/>
            <a:ext cx="5212080" cy="603503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4564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6B900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34381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Exercises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37124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What you build from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Why do we need a digital twin + AI? Why not just monitor sensors?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4846320"/>
          </a:xfrm>
          <a:prstGeom prst="rect">
            <a:avLst/>
          </a:prstGeom>
          <a:solidFill>
            <a:srgbClr val="16213E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666"/>
                </a:solidFill>
              </a:rPr>
              <a:t>❌  The Real-World Data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5029200" cy="27432"/>
          </a:xfrm>
          <a:prstGeom prst="rect">
            <a:avLst/>
          </a:prstGeom>
          <a:solidFill>
            <a:srgbClr val="CC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5,000 servers — maybe 10 failures per year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That is only 0.01% failure rate in training data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Model trained on this just predicts 'normal' always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99.99% accuracy — completely useless for alerting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/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Real failures are dangerous to allow on purpose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No company will let you stress-test live hardware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Historical logs are confidential and hard to get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/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Result: you cannot train a reliable failure model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on real data alone — there is not enough of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484632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</a:rPr>
              <a:t>✅  The Digital Twin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45920"/>
            <a:ext cx="5120640" cy="2743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Build a virtual replica of the data center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Simulate failures as many times as you want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Generate thousands of labeled failure events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No real hardware at risk — all virtual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/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Model trains on synthetic data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Deploys against real sensor streams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Works because simulation matches physics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/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Used by Siemens, GE, NVIDIA in production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This is the exact same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USD — Universal Scene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The 3D file format that powers the digital twin  (created by Pixar, adopted by NVIDIA)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Think of USD like a web page with links — the root file is tiny but references thousands of sub-assets.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749039" cy="274320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Composition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130552"/>
            <a:ext cx="35295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194560"/>
            <a:ext cx="3529583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A scene is assembled from many files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DataHall_Full_01.usd = 31 KB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But it references 1,822 sub-files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Total asset tree = 9.6 GB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Root file just says: place this rack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749039" cy="274320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7830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Instancing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2130552"/>
            <a:ext cx="35295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194560"/>
            <a:ext cx="3529583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One DGX A100 model = ~800 MB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Referenced 48 times, not copied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GPU loads geometry once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Then transforms it 48 times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Saves gigabytes of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749039" cy="274320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830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Layers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7" y="2130552"/>
            <a:ext cx="35295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194560"/>
            <a:ext cx="3529583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Multiple USD files can override each other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Base layer: geometry + materials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Override layer: sensor attribute values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Animation layer: failure simulation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Non-destructive — originals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72000"/>
            <a:ext cx="11430000" cy="196596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</a:rPr>
              <a:t>Datacenter_NVD@10012/                    ← 9.6 GB, 1,822 files
  └── Assets/DigitalTwin/Assets/Datacenter/
        ├── Racks/Rack_42U_A/            ← 42U rack shell + materials
        ├── DGX_Servers/A100/            ← NVIDIA DGX A100 3D model + 4K textures
        ├── Network_Switches/QM8700/     ← InfiniBand switch models
        ├── Power_Distribution/PDU_A/    ← Power distribution units
        └── Facilities/Stages/Data_Hall/
              └── DataHall_Full_01.usd   ← ROOT FILE (31 KB — just references above)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System Architecture —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557784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</a:rPr>
              <a:t> LOCAL MACHINE                     GOOGLE CLOUD PLATFORM
 ┌──────────────────────┐          ┌──────────────────────────────────────────────┐
 │  kit-app-template    │          │                                              │
 │  ├── USD Explorer    │─────────►│  Artifact Registry  (Docker images)          │
 │  └── DataHall config │          │                                              │
 │                      │          │  GCS Bucket  gs://project-omniverse-assets/  │
 │  DataHall_Full_01.usd│─────────►│  ├── Datacenter_NVD@10012/  (9.6 GB)        │
 │  (9.6 GB on disk)    │          │  ├── training-data/sensor_timeseries.csv     │
 └──────────────────────┘          │  └── models/best_model.pt                   │
                                   │                                              │
 STUDENT MACHINE                   │  GPU VM  (g2-standard-8 + NVIDIA L4)        │
 ┌──────────────────────┐          │  └── Kit App Container ──► Port 8011 (web)  │
 │  student_setup.sh    │─────────►│                                              │
 │  → downloads assets  │          │  Vertex AI                                   │
 │  → trains model      │          │  ├── Training Job  (A100)                    │
 └──────────────────────┘          │  └── Endpoint  (live failure probability)    │
                                   └──────────────────────────────────────────────┘
                                                    │
                                    failure probability JSON
                                                    │
                                    ┌───────────────▼─────────────┐
                                    │  Browser  http://VM-IP:8011 │
                                    │  Failing racks glow RED     │
                                    └─────────────────────────────┘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Google Cloud Infrastructure —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Four services, one script: bash deploy/02_gcp_setup.sh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Cloud Storage (GCS)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5358383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Object storage — like a cloud hard drive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Stores the 9.6 GB USD stage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Stores training CSV + trained model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Students download from here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Cost: ~$0.20 / month for 10 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8016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Artifact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62763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91640"/>
            <a:ext cx="5358383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Private Docker image registry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Stores the built Kit container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Same region as VM = fast pull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No egress costs within region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Like DockerHub but private +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577840" cy="246888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88620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Compute Engine 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423367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297680"/>
            <a:ext cx="5358383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g2-standard-8 machine type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8 vCPU, 32 GB RAM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1× NVIDIA L4 GPU (24 GB VRAM)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Runs the Kit streaming container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Cost: ~$0.40 / hour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94760"/>
            <a:ext cx="5577840" cy="246888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88620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Vertex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423367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297680"/>
            <a:ext cx="5358383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CCCCC"/>
                </a:solidFill>
              </a:rPr>
              <a:t>Managed ML training platform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Submit job → A100 auto-provisioned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Train → save model → VM shuts down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Endpoint serves live predictions</a:t>
            </a:r>
          </a:p>
          <a:p>
            <a:pPr algn="l"/>
            <a:r>
              <a:rPr sz="1400">
                <a:solidFill>
                  <a:srgbClr val="CCCCCC"/>
                </a:solidFill>
              </a:rPr>
              <a:t>Cost: ~$6 for 2-hour A100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Synthetic Data Generation — 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48 racks × 30 days × 4 failure types  →  414,720 labeled sensor readings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21031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🌡  Overheating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53583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temp_c: +25 to +45°C above baseline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power_kw: +0.5 to +1.5 kW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cpu_load: +10 to +30% (throttling)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Cause: CRAC unit failure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Onset: rapid (minutes to hours)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21031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8016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💾  Disk Degradation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62763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91640"/>
            <a:ext cx="53583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disk_health: drops -40 to -70%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temp_c: slight +2 to +8°C rise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cpu_load: +5% (I/O wait)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Cause: SMART failures, wear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Onset: slow (weeks to months)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577840" cy="21031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52044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⚡  Power Fluctuation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86791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31920"/>
            <a:ext cx="53583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power_kw: spike +2 to +5 kW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temp_c: brief +3 to +10°C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Other sensors: minimal change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Cause: PDU failure, UPS switchover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Onset: fast (seconds)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5577840" cy="21031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52044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❄  Cooling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3867912"/>
            <a:ext cx="5358383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31920"/>
            <a:ext cx="53583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temp_c: +15 to +35°C rise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power_kw: +1 to +2.5 kW (fans max)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disk_health: -10 to -30% (heat stress)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Cause: chiller failure, coolant leak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Onset: medium (hours)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15000"/>
            <a:ext cx="11430000" cy="68580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77900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Bell-curve ramping:  failures don't appear instantly — sensors ramp up then back down using sin(π·progress), matching real hardware behaviour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Dataset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What the generated CSV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Sample rows from sensor_timeseries.csv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</a:rPr>
              <a:t>timestamp               rack_id  temp_c  power_kw  disk_health  cpu_load  label
2026-01-01T00:00:00          0    23.4      5.82       0.970      0.420    normal
2026-01-15T08:20:00         12    48.7      7.31       0.910      0.730    overheating
2026-02-03T14:45:00         31    25.1      5.63       0.412      0.581    disk_degradation
2026-01-22T02:10:00          7    29.4     11.20       0.930      0.410    power_fluctuation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Total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414,720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48 racks × 8,640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Time Span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30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5-minute intervals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96.9%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401,976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3.1%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12,744 rows (4 types)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38912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Training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360,288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90% of sliding 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389120"/>
            <a:ext cx="3657600" cy="14173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907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182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6B900"/>
                </a:solidFill>
              </a:rPr>
              <a:t>40,032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39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10% held 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Temporal Transformer World Model — 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Why a Transformer beats an LSTM for this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400800" cy="539496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61264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6B900"/>
                </a:solidFill>
              </a:rPr>
              <a:t>Input:  (batch=256, window=12, features=4)
  temp_c  power_kw  disk_health  cpu_load
        │
        ▼  Linear(4 → 64)
  (256, 12, 64)  ← project to d_model
        │
        ▼  Positional Encoding
  adds time-order signal to each step
        │
        ▼  Transformer Encoder  ×3 layers
        │   MultiHeadAttention (4 heads)
        │   each head learns different pattern:
        │   head 1 → temperature trends
        │   head 2 → power spikes
        │   head 3 → disk + temp correlation
        │   head 4 → cooling oscillations
        │
        ▼  Mean Pooling over 12 time steps
  (256, 64)  ← single vector per rack
        │
   ┌────┴────┬────────┐
   ▼         ▼        ▼
  MLP       MLP      MLP
   │         │        │
  1h        6h       24h
failure  failure  failure
  prob     prob     prob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143000"/>
            <a:ext cx="4846320" cy="25603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9168" y="1234440"/>
            <a:ext cx="4626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Why Transformer, not LSTM?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581912"/>
            <a:ext cx="4626864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645920"/>
            <a:ext cx="4626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LSTM reads sequence step-by-step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Forgets events far in the past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Cannot parallelize (slow to train)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Transformer: every step attends to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every other step simultaneously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Faster + better long-range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3886200"/>
            <a:ext cx="4846320" cy="2560320"/>
          </a:xfrm>
          <a:prstGeom prst="rect">
            <a:avLst/>
          </a:prstGeom>
          <a:solidFill>
            <a:srgbClr val="16213E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3977639"/>
            <a:ext cx="4626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Three Prediction Horizons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4325112"/>
            <a:ext cx="4626864" cy="27432"/>
          </a:xfrm>
          <a:prstGeom prst="rect">
            <a:avLst/>
          </a:prstGeom>
          <a:solidFill>
            <a:srgbClr val="00D4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4389120"/>
            <a:ext cx="46268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CCCCC"/>
                </a:solidFill>
              </a:rPr>
              <a:t>1h  — imminent failures (3.6% positive)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6h  — near-term    (6.7% positive)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24h — early warning (17.3% positive)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Separate MLP head per horizon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Shared encoder = shared learning</a:t>
            </a:r>
          </a:p>
          <a:p>
            <a:pPr algn="l"/>
            <a:r>
              <a:rPr sz="1300">
                <a:solidFill>
                  <a:srgbClr val="CCCCCC"/>
                </a:solidFill>
              </a:rPr>
              <a:t>Per-horizon class weights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RTX 3070 Laptop · 15 epochs · ~3 minutes total · batch size 512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2103120"/>
          </a:xfrm>
          <a:prstGeom prst="rect">
            <a:avLst/>
          </a:prstGeom>
          <a:solidFill>
            <a:srgbClr val="0D1B2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Training log (abridged)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B900"/>
                </a:solidFill>
              </a:rPr>
              <a:t>Epoch   1/15  train_loss=1.9733  val_loss=0.6198  acc: 1h=90.0%  6h=87.8%  24h=80.3%  ← Saved
Epoch   5/15  train_loss=1.8197  val_loss=0.5915  acc: 1h=86.0%  6h=84.4%  24h=75.0%  ← Saved
Epoch  10/15  train_loss=1.8012  val_loss=0.5858  acc: 1h=88.4%  6h=85.9%  24h=76.6%
Epoch  15/15  train_loss=1.7980  val_loss=0.5844  acc: 1h=89.0%  6h=86.6%  24h=77.1%  ← Best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83280"/>
            <a:ext cx="365760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1h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307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89.0%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Imminent failure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383280"/>
            <a:ext cx="365760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456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6h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7307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86.6%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297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Near-term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383280"/>
            <a:ext cx="365760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4564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24h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307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77.1%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9768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Early warning (hardest)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560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Note: 1h &gt; 6h &gt; 24h accuracy is expected — predicting closer events is always easier.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11430000" cy="73152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Key fix applied:  Per-horizon class weights  (1h: 13.8×  |  6h: 7.5×  |  24h: 2.9×)  +  predict() normalization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2414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Without these fixes the model predicts 'normal' for everything and gets 99.4% accuracy — completely useless.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Live Inference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Feeding real sensor windows to the trained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Normal rack (stable 22°C, healthy disk)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984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6B900"/>
                </a:solidFill>
              </a:rPr>
              <a:t>1h: 31.9%   6h: 41.8%   24h: 47.0%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Normal — below 70% alert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76272"/>
            <a:ext cx="11430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494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66"/>
                </a:solidFill>
              </a:rPr>
              <a:t>Overheating  (temp 28°C → 55°C over 60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86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4444"/>
                </a:solidFill>
              </a:rPr>
              <a:t>1h: 100.0%  6h:  99.9%  24h: 99.8%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42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444"/>
                </a:solidFill>
              </a:rPr>
              <a:t>ALERT — threshold 70% exceeded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63824"/>
            <a:ext cx="11430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66"/>
                </a:solidFill>
              </a:rPr>
              <a:t>Disk degrading  (health 0.85 → 0.40)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27355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4444"/>
                </a:solidFill>
              </a:rPr>
              <a:t>1h:  99.9%  6h:  99.9%  24h: 99.6%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444"/>
                </a:solidFill>
              </a:rPr>
              <a:t>ALERT — threshold 70% exceeded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51376"/>
            <a:ext cx="11430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245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666"/>
                </a:solidFill>
              </a:rPr>
              <a:t>Cooling failure  (temp 25°C → 48°C + power spike)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6110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4444"/>
                </a:solidFill>
              </a:rPr>
              <a:t>1h: 100.0%  6h:  99.9%  24h: 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17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4444"/>
                </a:solidFill>
              </a:rPr>
              <a:t>ALERT — threshold 70% exceeded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38928"/>
            <a:ext cx="11430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Power fluctuation  (5 kW → 12 kW spike)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24865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6B900"/>
                </a:solidFill>
              </a:rPr>
              <a:t>1h:  67.4%  6h:  65.9%  24h: 57.4%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04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Normal — below 70% alert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Student Workflow — How to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From zero to trained model in under 30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Get access from your instructor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Ask your instructor to run:
  bash deploy/instructor_grant_access.sh YOUR@gmail.com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984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2801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Clone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60020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git clone https://github.com/INSTRUCTOR/dc-world-model-tutorial
cd dc-world-model-tutorial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the setup 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GCS_BUCKET=instructor-bucket-name bash deploy/student_setup.sh
→ installs gcloud, downloads 9.6 GB assets, installs Python deps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358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1752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Generate synthetic failure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33756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python3 deploy/06_generate_failure_data.py
→ creates ~/sensor_timeseries.csv  (414,720 rows, ~25 MB)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73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54879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 the world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7492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python3 deploy/07_world_model.py --csv ~/sensor_timeseries.csv --epochs 15
→ trains on your GPU, saves model_output/best_model.pt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663440"/>
            <a:ext cx="5623560" cy="1600200"/>
          </a:xfrm>
          <a:prstGeom prst="rect">
            <a:avLst/>
          </a:prstGeom>
          <a:solidFill>
            <a:srgbClr val="16213E"/>
          </a:solidFill>
          <a:ln w="952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773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6B900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754879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live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074920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See what failure probabilities your model predicts
for normal vs overheating vs disk degradation scenarios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Exercises for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Three levels — work through them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6B900"/>
                </a:solidFill>
              </a:rPr>
              <a:t>🟢  Beginner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3474720" cy="2743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647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Change FAILURE_RATE from 0.15 → 0.30 and retrain. Does accuracy improve?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Add a 5th sensor feature: fan_rpm. Modify both the data generator and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13631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59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Change WINDOW_SIZE from 12 → 36 (3 hours of history). Does more context help?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1091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56631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Print a confusion matrix for the 1h horizon predictions.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749039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</a:rPr>
              <a:t>🟡  Intermediate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627632"/>
            <a:ext cx="3474720" cy="27432"/>
          </a:xfrm>
          <a:prstGeom prst="rect">
            <a:avLst/>
          </a:prstGeom>
          <a:solidFill>
            <a:srgbClr val="FF8C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71907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7647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Replace mean pooling with a [CLS] token like BERT. Does accuracy improve?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81635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86207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Add early stopping: stop training if val_loss doesn't improve for 5 epochs.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913631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959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Write a script that sends a Slack alert when failure probability &gt; 80%.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501091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056631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Model cooling failure as correlated across an entire row of racks.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16213E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2618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444"/>
                </a:solidFill>
              </a:rPr>
              <a:t>🔴  Advanced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627632"/>
            <a:ext cx="3474720" cy="27432"/>
          </a:xfrm>
          <a:prstGeom prst="rect">
            <a:avLst/>
          </a:prstGeom>
          <a:solidFill>
            <a:srgbClr val="F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171907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7647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Add a Transformer decoder that generates future sensor trajectories.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281635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86207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Replace z-score normalization with global statistics saved in the checkpoint.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3913631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95935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Implement anomaly detection using reconstruction error (autoencoder).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5010912"/>
            <a:ext cx="3474720" cy="1005840"/>
          </a:xfrm>
          <a:prstGeom prst="rect">
            <a:avLst/>
          </a:prstGeom>
          <a:solidFill>
            <a:srgbClr val="0D1B2A"/>
          </a:solidFill>
          <a:ln w="4445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5056631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  Federated learning: train on multiple data centers without sharing raw data.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Key Concepts Glossary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149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93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Universal Scene Description — Pixar/NVIDIA's 3D file format. Scenes are assembled from many referenced sub-files.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960120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0149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28930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 live virtual replica of a physical asset, synchronized with real sensor data and capable of simulation.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56232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911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Omniverse 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18541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NVIDIA's platform for building apps that render USD scenes in real time and stream via WebRTC.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56232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911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WebRTC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85416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Web protocol for real-time video streaming (used by Google Meet). We stream the 3D viewport to browsers.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52344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GCS Fuse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81527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Mounts a GCS bucket as a local Linux folder — the VM reads USD from GCS as if it were on disk.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752344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807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Transformer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81527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Neural network layer using attention to let every timestep relate to every other timestep.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48456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World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3977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 neural network that predicts how a system will evolve — here, future failure probability per rack.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648456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Vertex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977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Google's managed ML platform: submit a training script, get a GPU, train, serve — no VM management.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44568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5994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Synthetic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737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Data generated by simulation. Lets us create thousands of rare failure examples cheaply and safely.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544568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5994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Sliding 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8737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Taking a fixed-length slice of a timeseries as model input — here, the last 60 minutes of sensor data.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40680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495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Class Weights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76986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Penalty multiplier for under-represented classes. Prevents the model ignoring rare failure events.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440680"/>
            <a:ext cx="5623560" cy="804672"/>
          </a:xfrm>
          <a:prstGeom prst="rect">
            <a:avLst/>
          </a:prstGeom>
          <a:solidFill>
            <a:srgbClr val="16213E"/>
          </a:solidFill>
          <a:ln w="444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54955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Per-Window Norm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769864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Z-score normalization computed per sample window so the model learns shape/trend, not absolute value.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</a:rPr>
              <a:t>Estimated Cloud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</a:rPr>
              <a:t>Full tutorial from Phase 1 to Phase 9 — approximately $10 per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74552" cy="36576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</a:rPr>
              <a:t>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34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</a:rPr>
              <a:t>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</a:rPr>
              <a:t>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0F0F"/>
                </a:solidFill>
              </a:rP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11430000" cy="548640"/>
          </a:xfrm>
          <a:prstGeom prst="rect">
            <a:avLst/>
          </a:prstGeom>
          <a:solidFill>
            <a:srgbClr val="1621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GPU VM — g2-standard-8 + L4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8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$0.40/hr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$3.20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11430000" cy="548640"/>
          </a:xfrm>
          <a:prstGeom prst="rect">
            <a:avLst/>
          </a:prstGeom>
          <a:solidFill>
            <a:srgbClr val="131D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GCS Storage — 10 GB/month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$0.02/GB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$0.20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11430000" cy="548640"/>
          </a:xfrm>
          <a:prstGeom prst="rect">
            <a:avLst/>
          </a:prstGeom>
          <a:solidFill>
            <a:srgbClr val="1621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Artifact Registry — 10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$0.10/GB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$0.10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11430000" cy="548640"/>
          </a:xfrm>
          <a:prstGeom prst="rect">
            <a:avLst/>
          </a:prstGeom>
          <a:solidFill>
            <a:srgbClr val="131D3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Vertex AI — A100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520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$3.00/hr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20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$6.00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11430000" cy="548640"/>
          </a:xfrm>
          <a:prstGeom prst="rect">
            <a:avLst/>
          </a:prstGeom>
          <a:solidFill>
            <a:srgbClr val="16213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Network egress (downloads)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~20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$0.08/GB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$1.60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1430000" cy="594360"/>
          </a:xfrm>
          <a:prstGeom prst="rect">
            <a:avLst/>
          </a:prstGeom>
          <a:solidFill>
            <a:srgbClr val="1A3A1A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73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TOTAL (per student)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7731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76B900"/>
                </a:solidFill>
              </a:rPr>
              <a:t>~$11.10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440680"/>
            <a:ext cx="11430000" cy="868680"/>
          </a:xfrm>
          <a:prstGeom prst="rect">
            <a:avLst/>
          </a:prstGeom>
          <a:solidFill>
            <a:srgbClr val="16213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Cost tips:  Stop VM when not in use → gcloud compute instances stop datacenter-kit-vm --zone us-central1-a
Set a $20 budget alert in GCP Billing console.  Students only need GCS access for assets (free tier covers most).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Atlanta Robotics — Digital Twin Tutorial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Build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D4FF"/>
                </a:solidFill>
              </a:rPr>
              <a:t>Don't just study AI — ship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34640"/>
            <a:ext cx="10515600" cy="45720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GitHub Repo: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github.com/YOUR_USERNAME/dc-world-model-tutorial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0175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NVIDIA Omniverse: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developer.nvidia.com/omniverse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GCP Console: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204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console.cloud.google.com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52043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6B900"/>
                </a:solidFill>
              </a:rPr>
              <a:t>PyTorch Docs: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52043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pytorch.org/docs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515600" cy="45720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Atlanta Robotics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College Student Tutorial Series —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D4FF"/>
                </a:solidFill>
              </a:rPr>
              <a:t>Questions? Open a GitHub Issue on the repo.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